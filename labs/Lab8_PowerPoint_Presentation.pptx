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О МОЕМ ДРУГЕ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Студент группы ИТ-101</a:t>
            </a:r>
          </a:p>
          <a:p>
            <a:r>
              <a:t>Иванов Иван Иванович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Общая 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Имя: Петров Петр</a:t>
            </a:r>
          </a:p>
          <a:p>
            <a:pPr/>
            <a:r>
              <a:t>Возраст: 20 лет</a:t>
            </a:r>
          </a:p>
          <a:p>
            <a:pPr/>
            <a:r>
              <a:t>Место учебы: Воронежский государственный университет</a:t>
            </a:r>
          </a:p>
          <a:p>
            <a:pPr/>
            <a:r>
              <a:t>Специальность: Информационные технологии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Хобби и интересы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Программирование</a:t>
            </a:r>
          </a:p>
          <a:p>
            <a:pPr lvl="1"/>
            <a:r>
              <a:t>Python и веб-разработка</a:t>
            </a:r>
          </a:p>
          <a:p>
            <a:pPr lvl="1"/>
            <a:r>
              <a:t>Машинное обучение и AI</a:t>
            </a:r>
          </a:p>
          <a:p>
            <a:pPr lvl="1"/>
            <a:r>
              <a:t>Open Source проекты</a:t>
            </a:r>
          </a:p>
          <a:p>
            <a:pPr/>
            <a:r>
              <a:t>Спорт</a:t>
            </a:r>
          </a:p>
          <a:p>
            <a:pPr lvl="1"/>
            <a:r>
              <a:t>Футбол</a:t>
            </a:r>
          </a:p>
          <a:p>
            <a:pPr lvl="1"/>
            <a:r>
              <a:t>Плавание</a:t>
            </a:r>
          </a:p>
          <a:p>
            <a:pPr lvl="1"/>
            <a:r>
              <a:t>Бег по утрам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Достижения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Академические</a:t>
            </a:r>
          </a:p>
          <a:p>
            <a:pPr lvl="1"/>
            <a:r>
              <a:t>Диплом 1 степени на олимпиаде по программированию</a:t>
            </a:r>
          </a:p>
          <a:p>
            <a:pPr lvl="1"/>
            <a:r>
              <a:t>Средний балл 4.8</a:t>
            </a:r>
          </a:p>
          <a:p>
            <a:pPr lvl="1"/>
            <a:r>
              <a:t>Публикация статьи в научном журнале</a:t>
            </a:r>
          </a:p>
          <a:p>
            <a:pPr/>
            <a:r>
              <a:t>Профессиональные</a:t>
            </a:r>
          </a:p>
          <a:p>
            <a:pPr lvl="1"/>
            <a:r>
              <a:t>Стажировка в IT-компании</a:t>
            </a:r>
          </a:p>
          <a:p>
            <a:pPr lvl="1"/>
            <a:r>
              <a:t>Участие в хакатонах</a:t>
            </a:r>
          </a:p>
          <a:p>
            <a:pPr lvl="1"/>
            <a:r>
              <a:t>Разработка собственных проектов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Планы на будущее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Краткосрочные цели (1 год)</a:t>
            </a:r>
          </a:p>
          <a:p>
            <a:pPr lvl="1"/>
            <a:r>
              <a:t>Завершить обучение с отличием</a:t>
            </a:r>
          </a:p>
          <a:p>
            <a:pPr lvl="1"/>
            <a:r>
              <a:t>Получить сертификаты по Python и Cloud</a:t>
            </a:r>
          </a:p>
          <a:p>
            <a:pPr lvl="1"/>
            <a:r>
              <a:t>Найти работу в крупной IT-компании</a:t>
            </a:r>
          </a:p>
          <a:p>
            <a:pPr/>
            <a:r>
              <a:t>Долгосрочные цели (5 лет)</a:t>
            </a:r>
          </a:p>
          <a:p>
            <a:pPr lvl="1"/>
            <a:r>
              <a:t>Стать Team Lead или Architect</a:t>
            </a:r>
          </a:p>
          <a:p>
            <a:pPr lvl="1"/>
            <a:r>
              <a:t>Получить степень магистра</a:t>
            </a:r>
          </a:p>
          <a:p>
            <a:pPr lvl="1"/>
            <a:r>
              <a:t>Запустить собственный стартап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Контактная 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Email: petrov.petr@example.com</a:t>
            </a:r>
          </a:p>
          <a:p>
            <a:pPr/>
            <a:r>
              <a:t>Telegram: @petrov_petr</a:t>
            </a:r>
          </a:p>
          <a:p>
            <a:pPr/>
            <a:r>
              <a:t>GitHub: github.com/petrov-petr</a:t>
            </a:r>
          </a:p>
          <a:p>
            <a:pPr/>
            <a:r>
              <a:t>LinkedIn: linkedin.com/in/petrov-petr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